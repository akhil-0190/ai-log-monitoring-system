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88" r:id="rId7"/>
    <p:sldId id="262" r:id="rId8"/>
    <p:sldId id="261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1" r:id="rId24"/>
    <p:sldId id="297" r:id="rId25"/>
    <p:sldId id="298" r:id="rId26"/>
    <p:sldId id="299" r:id="rId27"/>
    <p:sldId id="300" r:id="rId28"/>
    <p:sldId id="289" r:id="rId29"/>
    <p:sldId id="30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55D0-3FA3-7F08-DBFE-07FE9A128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37BAC-5A24-F07D-EDAB-F182E541B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CA277-E5D8-C6D8-0A37-461AC4DE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878A-202A-303A-4D1B-E81A7930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1F4C-087D-534D-8295-E8AA5C42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3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94F3-1A6F-A2DC-278D-3C9E08B5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B0C9-7843-49C9-C4B5-F9C7A16F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F1D9-6F8F-5965-6804-3EE441BF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7AB4-6242-7F36-D803-7393A4FC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C5B2-D8D2-DAE3-AF36-EED0C109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58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ED69-3BDB-BC82-E037-1ED5BA55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50374-C203-E411-ABDC-07E7E6D81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CCBF8-DD84-8E65-EDE1-DBB48874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A7B60-2D71-C85F-287C-238AA2BB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E25D3-165D-17EA-2F49-A4BFAF2E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4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AB82-E88D-3057-E627-9D97F63B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6DCE-8002-E70A-7279-8CFC916D8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0998-330F-87F7-CC24-D696C2783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0C3E1-EFBF-1F38-FEE3-E8CB78F5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BE913-9411-359F-6064-4FA4CA94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B7207-17C2-A4C5-5B55-2FB46EAD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40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ED1A-6DC4-828F-38EC-631AABE7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806B5-9459-ED0C-98DF-4FC2C0CF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B76A4-979F-0CB5-DE9C-1A327011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6C43A-9EA4-373E-48A2-18576B531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F035C-0B88-51F0-3AAC-243DDCF09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E61F87-FA80-283C-BAA4-09EAC371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9676E-2BAC-7A39-E2F4-64686B1F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5CAE2-1590-8C1D-E533-C1EBF90A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77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92A6-D903-E437-B3B8-BC446FCA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56C52-DA02-919B-EC13-399F3BCD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0AD22-3265-04FC-2CDD-4E8F57CD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EEDE8-38B5-776D-94ED-1C01DBF9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41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EE9BC-A0B7-25E2-DF0B-C0CE8B5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C2EFD-C09D-CCF7-EACF-A3536FA7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A3633-D389-C0F4-156D-A79B656B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4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485C-829E-6582-6BB5-AEF5BBCC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CD18A-C110-1746-4216-9552DE5EA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ADED3-0664-8D68-A348-6792F825F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1F94A-D417-C868-635D-7D25E4D2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1FC03-CD0C-119E-26C5-CB994AE9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AE409-D996-2800-65E8-A3753591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9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2F4F-A66A-0B16-CFE4-16B50236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AF051-8084-F854-929D-FC4D54A07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C131F-A6BD-EE23-04A1-15B12915F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04C44-B815-99DC-D054-A9ECE94E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C1891-54CD-C43F-7CC7-EBF267FA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908B-03CA-644F-96BA-03D17A54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53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EB52-7017-2FBF-B214-78147057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953AE-A04B-53E8-7E64-C3AA3D5F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BA98A-A75D-9B51-1135-40FBAD9D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FA186-1F8D-C3FC-DD9B-1DE58A10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8EBA-57A9-BBEE-05DC-CC8DF522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14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C3E9D-31BB-1904-B15A-2B20F4A98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2C78F-3A09-6EA6-F4D6-BCB149BB5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3DF8-CF4C-79CB-1288-B3B9ACCD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65BF-25DF-F7C0-EA16-3C2E837C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55A-2E92-7CC7-90E3-9F1986AB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22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506A31-7ACC-C543-5C92-1ED47907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E53C0-8B77-E365-7169-CAF3376CA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BB7C-12BD-F98A-556C-BFF15A0A0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DDEA4-2038-403C-B6D8-895E53FFDFC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1EA62-7DF3-5CFF-45E8-6DA0329A4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8DB50-5CD6-0BAB-8678-BF3161091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1B371-A615-400B-A667-FB6DC9540B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81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877050923001503" TargetMode="External"/><Relationship Id="rId2" Type="http://schemas.openxmlformats.org/officeDocument/2006/relationships/hyperlink" Target="https://www.sciencedirect.com/science/article/pii/S266682702300023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doi.org/10.1145/3580305.3599934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A35C-D404-CA8A-165B-22E69406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330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AI-Powered Real-Time Log Monitoring and Incident Response System for Web Applications</a:t>
            </a:r>
            <a:r>
              <a:rPr lang="en-US" dirty="0"/>
              <a:t>.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756A3-9722-E277-2FF1-4C979870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120" y="4429919"/>
            <a:ext cx="2905760" cy="1862726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Akshay G</a:t>
            </a:r>
            <a:br>
              <a:rPr lang="en-US" sz="1800" b="1" dirty="0"/>
            </a:br>
            <a:r>
              <a:rPr lang="en-US" sz="1800" b="1" dirty="0"/>
              <a:t>211722104011</a:t>
            </a:r>
          </a:p>
          <a:p>
            <a:pPr algn="l"/>
            <a:r>
              <a:rPr lang="en-US" sz="1800" b="1" dirty="0"/>
              <a:t>Akhil TV</a:t>
            </a:r>
            <a:br>
              <a:rPr lang="en-US" sz="1800" b="1" dirty="0"/>
            </a:br>
            <a:r>
              <a:rPr lang="en-US" sz="1800" b="1" dirty="0"/>
              <a:t>211722104012</a:t>
            </a:r>
          </a:p>
          <a:p>
            <a:pPr algn="l"/>
            <a:r>
              <a:rPr lang="en-US" sz="1800" b="1" dirty="0"/>
              <a:t>Godwin Judah J</a:t>
            </a:r>
            <a:br>
              <a:rPr lang="en-US" sz="1800" b="1" dirty="0"/>
            </a:br>
            <a:r>
              <a:rPr lang="en-US" sz="1800" b="1" dirty="0"/>
              <a:t>211722104043</a:t>
            </a:r>
            <a:endParaRPr lang="en-IN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8C7AD-E3F5-A183-B13D-281C178E4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89BF565-1C0B-60A5-04C5-C0764A011BFD}"/>
              </a:ext>
            </a:extLst>
          </p:cNvPr>
          <p:cNvSpPr txBox="1">
            <a:spLocks/>
          </p:cNvSpPr>
          <p:nvPr/>
        </p:nvSpPr>
        <p:spPr>
          <a:xfrm>
            <a:off x="7311696" y="4852706"/>
            <a:ext cx="4775200" cy="335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IN" altLang="en-US" sz="1900" b="1" dirty="0"/>
              <a:t>Ruby S</a:t>
            </a:r>
          </a:p>
          <a:p>
            <a:pPr>
              <a:spcBef>
                <a:spcPct val="0"/>
              </a:spcBef>
            </a:pPr>
            <a:r>
              <a:rPr lang="en-IN" altLang="en-US" sz="1900" b="1" dirty="0"/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323680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CBC0-D9BC-4C77-A387-389B3E2D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9EF198A-48B7-A76A-10D7-49834D77D8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6972"/>
            <a:ext cx="10332829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Modern web applications generate large volumes of log data that are difficult to monitor manually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Traditional monitoring systems rely on fixed rules and fail to detect unexpected failures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This project presents an AI-powered real-time log monitoring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Uses unsupervised machine learning (</a:t>
            </a:r>
            <a:r>
              <a:rPr lang="en-US" altLang="en-US" sz="1800" b="1" dirty="0"/>
              <a:t>Isolation Forest</a:t>
            </a:r>
            <a:r>
              <a:rPr lang="en-US" altLang="en-US" sz="1800" dirty="0"/>
              <a:t>) to detect anomalies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Implements event correlation and root cause analysis for better incident understanding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Provides a real-time interactive dashboard with alerts and insights.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Enables faster detection, diagnosis, and response to system failures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B12F0C-674E-D293-A317-052419D7D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811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924F-20FF-386A-C23E-5A5D4F87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CF38CE-234C-B857-F5F9-D9D2E90AAF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0483"/>
            <a:ext cx="8276625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Modern applications are built using multiple interconnected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These systems generate continuous streams of log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cs typeface="Arial" panose="020B0604020202020204" pitchFamily="34" charset="0"/>
              </a:rPr>
              <a:t>Logs contain critical information about: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System performance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Errors and failures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User activity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cs typeface="Arial" panose="020B0604020202020204" pitchFamily="34" charset="0"/>
              </a:rPr>
              <a:t>Manual monitoring of logs is: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Time-consuming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Inefficient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Not scalable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cs typeface="Arial" panose="020B0604020202020204" pitchFamily="34" charset="0"/>
              </a:rPr>
              <a:t>Rule-based alerts detect only known issues and miss unexpected anomalies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486E6-6852-C0C5-C205-18697CE7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81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23A2-4341-A563-10F0-EB6DC652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AEDC-8FAE-9B26-FD11-CF4A1D327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710"/>
            <a:ext cx="10409903" cy="48021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cs typeface="Arial" panose="020B0604020202020204" pitchFamily="34" charset="0"/>
              </a:rPr>
              <a:t>Traditional log monitoring systems are rule-based and static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They rely on predefined thresholds and patterns.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cs typeface="Arial" panose="020B0604020202020204" pitchFamily="34" charset="0"/>
              </a:rPr>
              <a:t>Key Issues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Cannot detect unknown or complex anomalies.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Generate too many alerts (alert fatigue).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No understanding of cross-service failures.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Lack of root cause identification.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cs typeface="Arial" panose="020B0604020202020204" pitchFamily="34" charset="0"/>
              </a:rPr>
              <a:t>Impact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Increased system downtime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Delayed incident response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cs typeface="Arial" panose="020B0604020202020204" pitchFamily="34" charset="0"/>
              </a:rPr>
              <a:t>Reduced system reliability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99244-9BA0-B98F-91BB-4981AB95E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14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F4DF-3C92-F21F-BF8D-C7009136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System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F3103FF-C0E2-7890-73DA-957A19FC8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7358"/>
            <a:ext cx="10999839" cy="516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/>
              <a:t>Objectives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Develop a real-time log monitoring system.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Detect anomalies using unsupervised machine learning.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Implement event correlation to group related anomalies.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Perform root cause analysis to identify failure sources.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Generate alerts with severity levels.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/>
              <a:t>System Goals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Provide an interactive dashboard for monitoring.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Enable faster incident detection and response.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Build a scalable and modular system architecture.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  Improve overall system reliability and performance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453B3-6A29-06AD-5793-7738D5EFB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84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42C7-8413-65E4-62CC-FF9F92D1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FE70-461B-5833-BAD0-2C849A60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 Overview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459F7A8A-2F06-7979-AF65-158E19987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7541"/>
            <a:ext cx="10429568" cy="558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Proposed System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 An AI-powered real-time monitoring system for web applications.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 Continuously processes streaming log data.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 Uses machine learning to detect abnormal system behavior.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Key Components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Log Generation / Data Ingestion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Data Preprocessing &amp; Feature Engineering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Anomaly Detection (Isolation Forest)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Event Correlation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Root Cause Analysis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Alerting System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Interactive Dashboard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Core Idea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Convert raw logs → meaningful insights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Detect issues → group them → identify root cause → visualize results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AAB47-81E6-8F6A-F4A1-04083B59A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689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64CB-88F6-D11D-FEDB-23668B60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10039" cy="1325563"/>
          </a:xfrm>
        </p:spPr>
        <p:txBody>
          <a:bodyPr/>
          <a:lstStyle/>
          <a:p>
            <a:r>
              <a:rPr lang="en-IN" dirty="0"/>
              <a:t>System 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E8D5D-C1F1-E468-FCB0-9CC1B8FE1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90297A-BDC2-CC3C-51FC-150937F8A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258" y="1654942"/>
            <a:ext cx="8476673" cy="489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4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9980-C4E6-080E-AD24-B8809F09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D88E5-3CCE-2C1D-75E6-877261ED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906"/>
            <a:ext cx="10515600" cy="48701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Content</a:t>
            </a:r>
            <a:r>
              <a:rPr lang="en-IN" sz="12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Log Generation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Continuous logs generated from multiple services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Data Preprocessing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Cleaning and normalization of log 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Feature Engineering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Extraction of meaningful features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Anomaly Detection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Identify abnormal </a:t>
            </a:r>
            <a:r>
              <a:rPr lang="en-IN" sz="1200" dirty="0" err="1">
                <a:cs typeface="Arial" panose="020B0604020202020204" pitchFamily="34" charset="0"/>
              </a:rPr>
              <a:t>behavior</a:t>
            </a:r>
            <a:r>
              <a:rPr lang="en-IN" sz="1200" dirty="0">
                <a:cs typeface="Arial" panose="020B0604020202020204" pitchFamily="34" charset="0"/>
              </a:rPr>
              <a:t> using Isolation Forest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Event Correlation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Group related anomalies into incidents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Root Cause Analysis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Identify the most probable source of failure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Alert Generation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Assign severity and notify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Visualization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Display results on real-time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A1CD3-62B9-965B-264B-335C609F9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75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2E35-312C-6F96-8F08-445BE933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3B39-93FF-9E36-7BD0-92E598A5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Generation &amp;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566C-47CC-5DC5-5B1D-6AF8A297E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44"/>
            <a:ext cx="10515600" cy="48701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cs typeface="Arial" panose="020B0604020202020204" pitchFamily="34" charset="0"/>
              </a:rPr>
              <a:t>System simulates real-time log data from multiple services:</a:t>
            </a:r>
            <a:r>
              <a:rPr lang="en-IN" sz="14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Database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API Services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Authentication Service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cs typeface="Arial" panose="020B0604020202020204" pitchFamily="34" charset="0"/>
              </a:rPr>
              <a:t>Log Attributes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Timestamp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Service Name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Log Level (INFO / WARN / ERROR)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Response 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b="1" dirty="0">
                <a:cs typeface="Arial" panose="020B0604020202020204" pitchFamily="34" charset="0"/>
              </a:rPr>
              <a:t>Anomaly Simulation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Latency spikes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Service failures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cs typeface="Arial" panose="020B0604020202020204" pitchFamily="34" charset="0"/>
              </a:rPr>
              <a:t>Cascading issues across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A1041-99D1-630C-335C-4F9D57B73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38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67FE-66C9-B7F6-EA5C-C739E88A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CDB9-757A-D904-581A-41112B58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1929-045E-53AA-55D2-CE19EAE80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44"/>
            <a:ext cx="10515600" cy="48701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Data Processing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Cleaning and normalization of log data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Handling missing and invalid values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Standardizing timestamps and log levels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Feature Engineering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cs typeface="Arial" panose="020B0604020202020204" pitchFamily="34" charset="0"/>
              </a:rPr>
              <a:t>Extract key features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Response Time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Error Flag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Warning Flag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cs typeface="Arial" panose="020B0604020202020204" pitchFamily="34" charset="0"/>
              </a:rPr>
              <a:t>Generate advanced features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Rolling Mean &amp; Standard Deviation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Response Time Difference</a:t>
            </a:r>
          </a:p>
          <a:p>
            <a:pPr lvl="1"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Interaction Features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Purpose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Convert raw logs into machine learning-ready data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Capture system </a:t>
            </a:r>
            <a:r>
              <a:rPr lang="en-IN" sz="1200" dirty="0" err="1">
                <a:cs typeface="Arial" panose="020B0604020202020204" pitchFamily="34" charset="0"/>
              </a:rPr>
              <a:t>behavior</a:t>
            </a:r>
            <a:r>
              <a:rPr lang="en-IN" sz="1200" dirty="0">
                <a:cs typeface="Arial" panose="020B0604020202020204" pitchFamily="34" charset="0"/>
              </a:rPr>
              <a:t> more effectively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EC717-5E7E-423F-9702-57C4DE174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278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2B825-CD46-3405-2DB3-189A47F7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6498-DF94-5B89-A229-CF1FB783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Anomaly Detection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0DEB-C092-82D4-5895-DF77B8AF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44"/>
            <a:ext cx="10515600" cy="48701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Model Used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Isolation Forest (Unsupervised ML Algorithm)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Key Points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Detects anomalies without </a:t>
            </a:r>
            <a:r>
              <a:rPr lang="en-IN" sz="1200" dirty="0" err="1">
                <a:cs typeface="Arial" panose="020B0604020202020204" pitchFamily="34" charset="0"/>
              </a:rPr>
              <a:t>labeled</a:t>
            </a:r>
            <a:r>
              <a:rPr lang="en-IN" sz="1200" dirty="0">
                <a:cs typeface="Arial" panose="020B0604020202020204" pitchFamily="34" charset="0"/>
              </a:rPr>
              <a:t> data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Identifies data points that behave differently from normal patterns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Efficient for real-time and large datasets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Working Concept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Normal data → harder to isolate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Anomalies → easier to isolate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 Faster isolation = anomaly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Output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Anomaly Score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Classification</a:t>
            </a:r>
            <a:endParaRPr lang="en-IN" sz="1200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Normal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34A91-8079-7488-D0A3-C6325769C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52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5AF2-2C0E-08E1-ECDD-BB0FDCEC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0E14-CC0D-7C9D-DBFA-3D1F55CA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Event </a:t>
            </a:r>
            <a:r>
              <a:rPr lang="fr-FR" dirty="0" err="1"/>
              <a:t>Correlation</a:t>
            </a:r>
            <a:r>
              <a:rPr lang="fr-FR" dirty="0"/>
              <a:t> &amp; Root Cause </a:t>
            </a:r>
            <a:r>
              <a:rPr lang="fr-FR" dirty="0" err="1"/>
              <a:t>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6DB6-7D48-EE43-427A-D6AC4EE5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44"/>
            <a:ext cx="10515600" cy="48701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Event Correlation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Groups related anomalies into single incidents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Uses time-window based grouping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Identifies multi-service failures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Root Cause Analysis (RCA)</a:t>
            </a:r>
          </a:p>
          <a:p>
            <a:pPr>
              <a:lnSpc>
                <a:spcPct val="100000"/>
              </a:lnSpc>
            </a:pPr>
            <a:r>
              <a:rPr lang="en-IN" sz="1200" dirty="0" err="1">
                <a:cs typeface="Arial" panose="020B0604020202020204" pitchFamily="34" charset="0"/>
              </a:rPr>
              <a:t>Analyzes</a:t>
            </a:r>
            <a:r>
              <a:rPr lang="en-IN" sz="1200" dirty="0">
                <a:cs typeface="Arial" panose="020B0604020202020204" pitchFamily="34" charset="0"/>
              </a:rPr>
              <a:t> anomalies across services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Identifies the most affected service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Considers</a:t>
            </a:r>
            <a:r>
              <a:rPr lang="en-IN" sz="1200" dirty="0"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Response time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Error rate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Anomaly frequency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Output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Correlated incident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Affected services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Root cause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5FEEC-3321-5AD5-7184-CDB0D82B7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162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45687-5B14-29E4-0692-49A91C45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E43A-EE85-F1AF-17F5-2BB0601C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Alerting</a:t>
            </a:r>
            <a:r>
              <a:rPr lang="fr-FR" dirty="0"/>
              <a:t> &amp; </a:t>
            </a:r>
            <a:r>
              <a:rPr lang="fr-FR" dirty="0" err="1"/>
              <a:t>Severity</a:t>
            </a:r>
            <a:r>
              <a:rPr lang="fr-FR" dirty="0"/>
              <a:t>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4273-2DD8-1B31-33E9-FAD71A9FF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751"/>
            <a:ext cx="10515600" cy="4414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Alert Generation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Alerts generated for detected anomalies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Includes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Timestamp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Service Name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Response 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Severity Levels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Low → Minor issues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Medium → Performance degradation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High → Critical failures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Classification Based 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Response time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Error presence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Frequency of anomalies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Key Feature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Correlated incidents → single alert instead of multiple alert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C6CFC-9D3E-BD35-294A-9F3019168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1515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9322-A21C-9273-9743-BE9480A9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712C-109F-113C-7C1E-5662EEA66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Dashboard &amp; UI </a:t>
            </a:r>
            <a:r>
              <a:rPr lang="fr-FR" dirty="0" err="1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FB6F-0B8C-B6FF-AFF9-B7459167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247"/>
            <a:ext cx="10515600" cy="44142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200" b="1" dirty="0">
                <a:cs typeface="Arial" panose="020B0604020202020204" pitchFamily="34" charset="0"/>
              </a:rPr>
              <a:t>Key Features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Real-time monitoring of logs and anomalies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Interactive charts and visualizations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Anomaly trends and heatmaps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Alert display with severity indicators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Filtering by services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Dashboard Components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System Metrics (logs, anomalies, throughput)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Trend Graphs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Heatmaps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Clustering &amp; Analytics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AI Insights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User Experience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Clean and intuitive interface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Tab-based navigation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cs typeface="Arial" panose="020B0604020202020204" pitchFamily="34" charset="0"/>
              </a:rPr>
              <a:t>Fast and responsive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0D307-1649-7969-DBB5-90B846743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26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7A80-873C-B748-9CB1-C30E4304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28A5-8A12-645D-3751-8781BC26F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UI Images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66CCF9-0D4E-EBC8-9BA8-D21B00087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4924" y="1690688"/>
            <a:ext cx="9042152" cy="4414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38C13-3935-5599-C148-217B411D4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4307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D5D3-43D2-F8FC-09F9-37E5B196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DE44-22D8-95F7-6A26-A357C0EF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0972A-1197-657B-B227-D0CE1F27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C03BF-2E7F-444B-9645-A400A59F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DDF769-04B7-3265-7925-F6B99E28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53401"/>
            <a:ext cx="10517441" cy="510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87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6E55-88C7-FE5F-5D91-0801CBAF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29F6-A748-75C6-4336-79758A66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820A6-4E54-BFC0-D941-0E9F148B7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B75D45-F27C-25F0-837C-C45C4B878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F9A56-2C44-8526-4714-F3E99686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27906"/>
            <a:ext cx="10619493" cy="51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77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3062-98C6-BCED-5345-8A885972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7C08-DDC4-1B5D-DABF-EFECA69B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CEFC7-1AC9-CC0A-B7C3-06B219150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E641D7-F294-7F30-D9C6-427218CB3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0E1B8-EDD0-521B-02F0-7DD41F174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84" y="1027906"/>
            <a:ext cx="10278431" cy="49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23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D10C-1D57-8AD6-E17B-2C10A238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1660-97E9-C206-E066-EA8B15E9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B6D1E-FB65-ED63-C18D-BC430F35F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DD4AE2-35B2-5297-97AE-9EF812F0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99430-31E8-F108-0D10-FC26F851A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50" y="933718"/>
            <a:ext cx="10303099" cy="49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8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5C03-5656-8A3E-DE2D-24656BE8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160A-2868-E904-DC5B-EA734114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4B123-4F8A-491A-35E5-DE61CC9D2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315D2A-969D-2933-F5D6-7D9356D11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97595E-3823-D7A0-DBE4-E959C998C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50" y="930498"/>
            <a:ext cx="10303099" cy="499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71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D737E-FF22-1CD8-5EB6-8A53C20F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8EC0-1FDB-C3F8-1218-FCA1DCD5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477A5-C808-D872-CA8D-864A2D688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392D88-ED23-4BDD-62C2-35D12A3B8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D1D7D-797F-6046-31E5-ABBC0EDC7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50" y="933718"/>
            <a:ext cx="10303099" cy="49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31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5C64-2FE8-7BE6-D78B-3F9AA54A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4351-A9B7-9585-A701-5D707AEF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BD882-3DFD-4DE8-14B9-BD1D489ED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DA9568-AF79-B3D7-D35F-6862ABAB9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DC638-1262-DEFE-C547-C64F3F49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1" y="1108967"/>
            <a:ext cx="10638719" cy="514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63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AB40-0CEB-5413-0A55-EBEE4A7C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A5DC-BE7E-9E7E-13FE-BAEF4A09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&amp; Observations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3D12-43BA-460A-369A-2BA91B17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247"/>
            <a:ext cx="10515600" cy="44142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Key Observations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System successfully detects real-time anomalies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Identifies latency spikes and service failures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Event correlation reduces multiple alerts into single incidents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Root cause analysis identifies likely failure source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Performance Insights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Efficient processing of continuous log streams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Low latency in anomaly detection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Stable performance under simulated load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Visualization Outcomes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Clear anomaly trends over time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Easy identification of affected services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Improved system understanding through dashboard</a:t>
            </a:r>
            <a:endParaRPr lang="en-IN" sz="12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FDA3F-B2F5-47BC-1981-4E679BAA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572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9474-CBA2-11BD-24CD-E2E2D98D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16D0-D0BA-7274-A433-814F981C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Advantages</a:t>
            </a:r>
            <a:r>
              <a:rPr lang="fr-FR" dirty="0"/>
              <a:t> of the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67E4-9DAA-AC77-F0A3-81E597921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247"/>
            <a:ext cx="10515600" cy="44142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Key Advantages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Real-Time Monitoring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Detects system issues instantly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Unsupervised ML Approach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No need for labeled data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Event Correlation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Reduces alert noise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Root Cause Analysis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Faster issue identification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System Benefits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Scalable and modular architecture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Interactive and user-friendly dashboard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Cost-effective (open-source implementation)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Improves system reliability and response time</a:t>
            </a:r>
            <a:endParaRPr lang="en-IN" sz="12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AFFA5-AE41-4A14-6CF0-A4C8C4489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0805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D86D-6E6A-2D42-A02D-E3A3B6C2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68C3-9B4C-396D-F7BC-D7EB6B09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/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E6CC-2570-BDEA-392D-8D547710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738"/>
            <a:ext cx="10515600" cy="44142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cs typeface="Arial" panose="020B0604020202020204" pitchFamily="34" charset="0"/>
              </a:rPr>
              <a:t>Where This System Can Be Used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Web Application Monitoring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Track performance and detect failures in real time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Cloud Infrastructure Monitoring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Monitor distributed systems and microservices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DevOps &amp; Site Reliability Engineering (SRE)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Improve incident detection and response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E-commerce Platforms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Detect service failures affecting transactions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Additional Use Cases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Banking and financial systems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IT operations and server monitoring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cs typeface="Arial" panose="020B0604020202020204" pitchFamily="34" charset="0"/>
              </a:rPr>
              <a:t>Large-scale enterprise applications</a:t>
            </a:r>
            <a:endParaRPr lang="en-IN" sz="12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4ED87-D04E-9101-D3C5-5B8449D0E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3942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7912-E0DB-AD2D-5B67-56C2F8CB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7367-D50C-AAD8-D60D-20A7AE14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FF77E-9BCF-F098-16A1-A5CA62D5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1740"/>
            <a:ext cx="10515600" cy="44142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Developed an AI-powered real-time log monitoring system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Successfully implemented anomaly detection using Isolation Forest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Incorporated event correlation and root cause analysis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Built an interactive dashboard for visualization and monitoring</a:t>
            </a:r>
          </a:p>
          <a:p>
            <a:pPr>
              <a:lnSpc>
                <a:spcPct val="100000"/>
              </a:lnSpc>
            </a:pPr>
            <a:endParaRPr lang="en-US" sz="1400" b="1" dirty="0"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cs typeface="Arial" panose="020B0604020202020204" pitchFamily="34" charset="0"/>
              </a:rPr>
              <a:t>Key Outcome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Improved system visibility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Faster detection and response to failures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Better understanding of system behavior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cs typeface="Arial" panose="020B0604020202020204" pitchFamily="34" charset="0"/>
              </a:rPr>
              <a:t>Final Note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cs typeface="Arial" panose="020B0604020202020204" pitchFamily="34" charset="0"/>
              </a:rPr>
              <a:t>Provides a scalable and practical solution for modern system monitoring</a:t>
            </a:r>
            <a:endParaRPr lang="en-IN" sz="14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0E2DE-79D2-6506-4E0A-64E1A1E9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9209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4F94-828C-27C5-BDB1-8AB271D9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78D0-7C6E-B2E5-E6D9-62388B60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Future Scope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F31F-62B4-4447-CE5E-BE0364B7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1740"/>
            <a:ext cx="10515600" cy="44142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Integration with real-world log sources (APIs, servers, cloud systems)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Use of advanced ML / deep learning models for improved accuracy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Implementation of predictive analytics for early failure detection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Integration with alerting systems (email, SMS, dashboards)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Scalability Improvements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Support for large-scale distributed systems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Integration with databases (MongoDB, PostgreSQL)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cs typeface="Arial" panose="020B0604020202020204" pitchFamily="34" charset="0"/>
              </a:rPr>
              <a:t>Deployment in cloud environments</a:t>
            </a:r>
            <a:endParaRPr lang="en-IN" sz="16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B62BF-D0E6-B092-DB00-CEEE4F177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9356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9A42-3B42-E760-D934-25AA6165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7C34-1367-B44E-3602-0F403534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CBA93-962A-E0E6-852F-3DBB88FF2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422502"/>
            <a:ext cx="11422626" cy="4351338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[1]  X. Zhao, Z. Jiang and J. Ma, "A Survey of Deep Anomaly Detection for System Logs," 2022 International Joint Conference on Neural Networks (IJCNN), Padua, Italy, 2022, pp. 1-8, </a:t>
            </a:r>
            <a:r>
              <a:rPr lang="en-IN" sz="1200" dirty="0" err="1"/>
              <a:t>doi</a:t>
            </a:r>
            <a:r>
              <a:rPr lang="en-IN" sz="1200" dirty="0"/>
              <a:t>: 10.1109/IJCNN55064.2022.9892726. https://ieeexplore.ieee.org/document/9892726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[2]  M. Landauer, S. Onder, F. </a:t>
            </a:r>
            <a:r>
              <a:rPr lang="en-IN" sz="1200" dirty="0" err="1"/>
              <a:t>Skopik</a:t>
            </a:r>
            <a:r>
              <a:rPr lang="en-IN" sz="1200" dirty="0"/>
              <a:t> and M. </a:t>
            </a:r>
            <a:r>
              <a:rPr lang="en-IN" sz="1200" dirty="0" err="1"/>
              <a:t>Wurzenberger</a:t>
            </a:r>
            <a:r>
              <a:rPr lang="en-IN" sz="1200" dirty="0"/>
              <a:t>, “Deep learning for anomaly detection in log data: A survey,” Machine Learning with Applications, vol. 12, p. 100470, 2023, doi:10.1016/j.mlwa.2023.100470. </a:t>
            </a:r>
            <a:r>
              <a:rPr lang="en-IN" sz="1200" dirty="0">
                <a:hlinkClick r:id="rId2"/>
              </a:rPr>
              <a:t>https://www.sciencedirect.com/science/article/pii/S2666827023000233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 [3]  S. Ramachandran, R. Agrahari, P. Mudgal, H. </a:t>
            </a:r>
            <a:r>
              <a:rPr lang="en-IN" sz="1200" dirty="0" err="1"/>
              <a:t>Bhilwaria</a:t>
            </a:r>
            <a:r>
              <a:rPr lang="en-IN" sz="1200" dirty="0"/>
              <a:t>, G. Long and A. Kumar, “Automated Log Classification Using Deep Learning,” Procedia Computer Science, vol. 218, pp. 1722–1732, 2023, </a:t>
            </a:r>
            <a:r>
              <a:rPr lang="en-IN" sz="1200" dirty="0" err="1"/>
              <a:t>doi</a:t>
            </a:r>
            <a:r>
              <a:rPr lang="en-IN" sz="1200" dirty="0"/>
              <a:t>: 10.1016/j.procs.2023.01.150. </a:t>
            </a:r>
            <a:r>
              <a:rPr lang="en-IN" sz="1200" dirty="0">
                <a:hlinkClick r:id="rId3"/>
              </a:rPr>
              <a:t>https://www.sciencedirect.com/science/article/pii/S1877050923001503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 [4]  L. Wang, C. Zhang, R. Ding, Y. Xu, Q. Chen, W. Zou, Q. Chen, M. Zhang, X. Gao, H. Fan, S. Rajmohan, Q. Lin and D. Zhang, “Root Cause Analysis for Microservice Systems via Hierarchical Reinforcement Learning from Human Feedback,” in Proc. of the ACM International Conference, 2023, </a:t>
            </a:r>
            <a:r>
              <a:rPr lang="en-IN" sz="1200" dirty="0" err="1"/>
              <a:t>doi</a:t>
            </a:r>
            <a:r>
              <a:rPr lang="en-IN" sz="1200" dirty="0"/>
              <a:t>: 10.1145/3580305.3599934. </a:t>
            </a:r>
            <a:r>
              <a:rPr lang="en-IN" sz="1200" dirty="0">
                <a:hlinkClick r:id="rId4"/>
              </a:rPr>
              <a:t>https://doi.org/10.1145/3580305.3599934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 [5]  T. Jia, Y. Wu, C. Hou and Y. Li, "</a:t>
            </a:r>
            <a:r>
              <a:rPr lang="en-IN" sz="1200" dirty="0" err="1"/>
              <a:t>LogFlash</a:t>
            </a:r>
            <a:r>
              <a:rPr lang="en-IN" sz="1200" dirty="0"/>
              <a:t>: Real-time Streaming Anomaly Detection and Diagnosis from System Logs for Large-scale Software Systems," 2021 IEEE 32nd International Symposium on Software Reliability Engineering (ISSRE), Wuhan, China, 2021, pp. 80-90, </a:t>
            </a:r>
            <a:r>
              <a:rPr lang="en-IN" sz="1200" dirty="0" err="1"/>
              <a:t>doi</a:t>
            </a:r>
            <a:r>
              <a:rPr lang="en-IN" sz="1200" dirty="0"/>
              <a:t>: 10.1109/ISSRE52982.2021.00021. https://ieeexplore.ieee.org/document/9700306 66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[6]  A. Horváth et al., "Anomaly Detection Algorithms for Real-Time Log Data Analysis at Scale," in IEEE Access, vol. 13, pp. 136288-136311, 2025 10.1109/ACCESS.2025.3594469. https://ieeexplore.ieee.org/document/11105402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 [7]  </a:t>
            </a:r>
            <a:r>
              <a:rPr lang="en-IN" sz="1200" dirty="0" err="1"/>
              <a:t>LogPAI</a:t>
            </a:r>
            <a:r>
              <a:rPr lang="en-IN" sz="1200" dirty="0"/>
              <a:t>, “</a:t>
            </a:r>
            <a:r>
              <a:rPr lang="en-IN" sz="1200" dirty="0" err="1"/>
              <a:t>LogHub</a:t>
            </a:r>
            <a:r>
              <a:rPr lang="en-IN" sz="1200" dirty="0"/>
              <a:t>: A comprehensive log dataset collection,” GitHub repository, 2019. [Online]. Available: https://github.com/logpai/loghub. Accessed: Dec. 28, 2025.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[8]  Z. Jiang, J. Liu, J. Huang, Y. Li, Y. Huo, J. Gu, Z. Chen, J. Zhu and M. R. Lyu, “A Large-scale Evaluation for Log Parsing Techniques: How Far are We?,” in Proc. of the ACM SIGSOFT International Symposium on Software Testing and Analysis (ISSTA), 2024. https://arxiv.org/abs/2308.10828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1200" dirty="0"/>
              <a:t>[9]  J. Zhu, S. He, P. He, J. Liu and M. R. Lyu, “</a:t>
            </a:r>
            <a:r>
              <a:rPr lang="en-IN" sz="1200" dirty="0" err="1"/>
              <a:t>LogHub</a:t>
            </a:r>
            <a:r>
              <a:rPr lang="en-IN" sz="1200" dirty="0"/>
              <a:t>: A Large Collection of System Log Datasets for AI-driven Log Analytics,” in Proc. of the IEEE International Symposium on Software Reliability Engineering (ISSRE), 2023. https://arxiv.org/abs/2008.06448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C11CC-CF5C-731C-F19E-EC6F35DEA1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8239" y="304073"/>
            <a:ext cx="2038657" cy="514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5618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60F5-0856-865B-1DA3-46947C79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138" y="2766218"/>
            <a:ext cx="9013723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Thank You</a:t>
            </a:r>
            <a:endParaRPr lang="en-IN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7910D-FAFE-A5A2-424F-4715FB89E53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3677264" y="7386331"/>
            <a:ext cx="7676535" cy="95142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443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4592</TotalTime>
  <Words>1711</Words>
  <Application>Microsoft Office PowerPoint</Application>
  <PresentationFormat>Widescreen</PresentationFormat>
  <Paragraphs>259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Courier New</vt:lpstr>
      <vt:lpstr>Office Theme</vt:lpstr>
      <vt:lpstr>AI-Powered Real-Time Log Monitoring and Incident Response System for Web Applications.</vt:lpstr>
      <vt:lpstr>Abstract </vt:lpstr>
      <vt:lpstr>Introduction</vt:lpstr>
      <vt:lpstr>Problem Statement</vt:lpstr>
      <vt:lpstr>Objectives of the System</vt:lpstr>
      <vt:lpstr>Proposed System Overview</vt:lpstr>
      <vt:lpstr>System Architecture Diagram</vt:lpstr>
      <vt:lpstr>System Workflow</vt:lpstr>
      <vt:lpstr>Log Generation &amp; Data Ingestion</vt:lpstr>
      <vt:lpstr>Data Processing &amp; Feature Engineering</vt:lpstr>
      <vt:lpstr>Anomaly Detection Model</vt:lpstr>
      <vt:lpstr>Event Correlation &amp; Root Cause Analysis</vt:lpstr>
      <vt:lpstr>Alerting &amp; Severity System</vt:lpstr>
      <vt:lpstr>Dashboard &amp; UI Features</vt:lpstr>
      <vt:lpstr>UI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Observations</vt:lpstr>
      <vt:lpstr>Advantages of the System</vt:lpstr>
      <vt:lpstr>Applications / Use Cases</vt:lpstr>
      <vt:lpstr>Conclusion</vt:lpstr>
      <vt:lpstr>Future Scope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Gokulnath &amp; Chinnathambi</dc:creator>
  <cp:lastModifiedBy>Godwin Judah</cp:lastModifiedBy>
  <cp:revision>9</cp:revision>
  <dcterms:created xsi:type="dcterms:W3CDTF">2025-10-25T03:36:17Z</dcterms:created>
  <dcterms:modified xsi:type="dcterms:W3CDTF">2026-04-08T19:54:06Z</dcterms:modified>
</cp:coreProperties>
</file>